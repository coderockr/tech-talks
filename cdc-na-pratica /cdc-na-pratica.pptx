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33f9e30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933f9e30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933f9e30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933f9e30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933f9e30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933f9e30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933f9e30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933f9e30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33f9e30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933f9e30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933f9e30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933f9e30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933f9e30b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933f9e30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933f9e30b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933f9e30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933f9e30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933f9e30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43a1a1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a43a1a1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777e40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b777e40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9150" y="2571750"/>
            <a:ext cx="9159000" cy="25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1968757" y="152400"/>
            <a:ext cx="5116043" cy="22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88000" y="2752650"/>
            <a:ext cx="8794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</a:rPr>
              <a:t>CDC (</a:t>
            </a:r>
            <a:r>
              <a:rPr b="1" lang="en" sz="3100">
                <a:solidFill>
                  <a:schemeClr val="lt1"/>
                </a:solidFill>
              </a:rPr>
              <a:t>Change Data Capture</a:t>
            </a:r>
            <a:r>
              <a:rPr b="1" lang="en" sz="3100">
                <a:solidFill>
                  <a:schemeClr val="lt1"/>
                </a:solidFill>
              </a:rPr>
              <a:t>) </a:t>
            </a:r>
            <a:r>
              <a:rPr b="1" lang="en" sz="3100">
                <a:solidFill>
                  <a:schemeClr val="lt1"/>
                </a:solidFill>
              </a:rPr>
              <a:t>– </a:t>
            </a:r>
            <a:r>
              <a:rPr b="1" lang="en" sz="3100">
                <a:solidFill>
                  <a:schemeClr val="lt1"/>
                </a:solidFill>
              </a:rPr>
              <a:t>na prática</a:t>
            </a:r>
            <a:endParaRPr b="1" sz="31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87975" y="4508175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20</a:t>
            </a:r>
            <a:r>
              <a:rPr lang="en">
                <a:solidFill>
                  <a:schemeClr val="lt1"/>
                </a:solidFill>
              </a:rPr>
              <a:t> de Janeiro de 2026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8" name="Google Shape;58;p13"/>
          <p:cNvCxnSpPr/>
          <p:nvPr/>
        </p:nvCxnSpPr>
        <p:spPr>
          <a:xfrm>
            <a:off x="-13434" y="2578475"/>
            <a:ext cx="9159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-7500" y="261875"/>
            <a:ext cx="57183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40000" y="1440000"/>
            <a:ext cx="79200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problemas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é CDC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Beneficios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o Debezium funciona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Demonstração prática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-7500" y="261875"/>
            <a:ext cx="57183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problemas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40000" y="1440000"/>
            <a:ext cx="79200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Integração entre sistemas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Empresas grandes geralmente 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têm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vários sistemas: ERP, CRM, BI / Analytics, Sistemas legados, etc…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Esses sistemas precisam compartilhar dados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Abordagem tradicional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API síncrona entre sistemas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sistema chama o outro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Dependência direta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um sistema cai, o outro para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Dificuldade de escalar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 de um afeta o outro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“Integrações síncronas criam dependências invisíveis entre sistemas.”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7500" y="261875"/>
            <a:ext cx="57183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 problemas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40000" y="1440000"/>
            <a:ext cx="79200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Replicação de dados / ETL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Relatórios pesados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Abordagem tradicional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Scripts manuais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Jobs de sincronização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Triggers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inconsistentes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Difícil saber o que mudou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Janelas de inconsistência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“A replicação tradicional não sabe o que mudou ou é complexo implementar uma solução com um controle de alterações e status do que já foi sincronizado.”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-7500" y="261875"/>
            <a:ext cx="57183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é CDC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540000" y="1440000"/>
            <a:ext cx="7920000" cy="3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CDC (Change Data Capture) é uma técnica para capturar mudanças nos dados de forma automática, assim que elas acontecem, transformando mudanças no banco em eventos.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CDC atua diretamente no banco de dados observando os log de transações(insert, update, delete): PostgreSQL(WAL),  MySQL(Binlog), etc…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processo não depende da aplicação, queries periódicas e triggers.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mudança gera um evento estruturado ex: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UPDATE pedido SET status = 'PAID';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 "event": "pedido_atualizado",  "antes": "PENDING",  "depois": "PAID"}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processo ocorre em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“quase”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tempo real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é síncrono com a transação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bloqueia a aplicação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Latência baixa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-7500" y="261875"/>
            <a:ext cx="57183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Beneficios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40000" y="1440000"/>
            <a:ext cx="7920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Isola leitura pesada fora do banco transacional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Mantém o banco focado em transações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processo ocorre em quase tempo real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Garante a ordem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dos eventos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possível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fazer r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eplay de eventos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Evento explícito por mudança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/ Depois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Auditoria nativa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/>
          <p:nvPr/>
        </p:nvSpPr>
        <p:spPr>
          <a:xfrm>
            <a:off x="-7500" y="261875"/>
            <a:ext cx="67719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Replicação de dados / ETL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540000" y="1440000"/>
            <a:ext cx="7920000" cy="3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Abordagem tradicional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ETL batch (horas ou dias)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Replicações pesadas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Queries complexas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Alto impacto no banco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Janelas de inconsistência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Reprocessamento caro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Difícil identificar o que mudou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CDC resolve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Captura somente mudanças, não o dataset inteiro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Fluxo contínuo (streaming)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Menor carga no banco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/>
          <p:nvPr/>
        </p:nvSpPr>
        <p:spPr>
          <a:xfrm>
            <a:off x="-7500" y="261875"/>
            <a:ext cx="67719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Integração entre sistemas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540000" y="1440000"/>
            <a:ext cx="79200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Abordagem tradicional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Sistema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chama Sistema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b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Dependência direta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o sistema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cai, O sistema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pode falhar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Deploys acoplados entre os sistemas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CDC resolve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Sistemas independentes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Tolerância a falhas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540000" y="1440000"/>
            <a:ext cx="79200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 Debezium é uma ferramenta de CDC (Change Data Capture) que captura mudanças em bancos de dados em tempo real e envia essas mudanças para sistemas como Kafka. Ele monitora o banco de dados e captura: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INSERT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UPDATE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DELETE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ALTER TABLE (opcional)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Ele lê os logs internos do banco (binlog, WAL, </a:t>
            </a:r>
            <a:r>
              <a:rPr lang="en" sz="1100">
                <a:solidFill>
                  <a:schemeClr val="dk1"/>
                </a:solidFill>
              </a:rPr>
              <a:t>etc..</a:t>
            </a:r>
            <a:r>
              <a:rPr lang="en" sz="1100">
                <a:solidFill>
                  <a:schemeClr val="dk1"/>
                </a:solidFill>
              </a:rPr>
              <a:t>.), não as tabelas diretamente.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Como ele funciona na prática:</a:t>
            </a:r>
            <a:endParaRPr b="1" sz="12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 Banco gera logs de transação (INSERT, </a:t>
            </a:r>
            <a:r>
              <a:rPr lang="en" sz="1100">
                <a:solidFill>
                  <a:schemeClr val="dk1"/>
                </a:solidFill>
              </a:rPr>
              <a:t>UPDATE, DELETE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Debezium lê esses logs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Eventos são enviados para tópicos Kafka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Consumers usam os eventos: (Atualizar cache Redis, Sincronizar microserviços, Alimentar Elasticsearch, Data warehouse, etc…)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-7500" y="261875"/>
            <a:ext cx="67719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o Debezium funciona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/>
          <p:nvPr/>
        </p:nvSpPr>
        <p:spPr>
          <a:xfrm>
            <a:off x="-7500" y="261875"/>
            <a:ext cx="6771900" cy="906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o Debezium funciona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22" title="cdc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20875"/>
            <a:ext cx="8895939" cy="313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 rotWithShape="1">
          <a:blip r:embed="rId3">
            <a:alphaModFix/>
          </a:blip>
          <a:srcRect b="30710" l="0" r="0" t="25716"/>
          <a:stretch/>
        </p:blipFill>
        <p:spPr>
          <a:xfrm>
            <a:off x="7560800" y="4453625"/>
            <a:ext cx="1583200" cy="6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540000" y="1440000"/>
            <a:ext cx="7920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Demonstração prática</a:t>
            </a:r>
            <a:endParaRPr b="1" sz="130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