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5e763da2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5e763da2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5e763da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5e763da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5e763da2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5e763da2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5e763da2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5e763da2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5e763da2a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5e763da2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5e763da2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5e763da2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ilamentphp.com/plugins/redfield-blackbox" TargetMode="External"/><Relationship Id="rId4" Type="http://schemas.openxmlformats.org/officeDocument/2006/relationships/hyperlink" Target="https://filamentphp.com/plugins/pxlrbt-spotlight" TargetMode="External"/><Relationship Id="rId5" Type="http://schemas.openxmlformats.org/officeDocument/2006/relationships/hyperlink" Target="https://filamentphp.com/plugins/relaticle-flowfor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8A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Painéis</a:t>
            </a:r>
            <a:r>
              <a:rPr lang="pt-BR"/>
              <a:t> administrativos com Filament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Construindo interfaces administrativas modernas de forma rápida e estruturada com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Filament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no ecossistema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Laravel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</a:t>
            </a:r>
            <a:r>
              <a:rPr lang="pt-BR"/>
              <a:t>é o Filament?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O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Filament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é um conjunto de ferramentas para criar interfaces administrativas em aplicações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Laravel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Framework para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back-offices e painéis administrativos</a:t>
            </a:r>
            <a:br>
              <a:rPr b="1" lang="pt-BR" sz="1100"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Permite criar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CRUDs, formulários, tabelas e dashboards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rapidamente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Baseado em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Livewire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e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Tailwind CSS</a:t>
            </a:r>
            <a:br>
              <a:rPr b="1" lang="pt-BR" sz="1100"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Focado em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produtividade e baixo boilerplate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Quando usar Filament?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O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Filament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é especialmente útil quando precisamos construir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interfaces administrativas rapidamente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em aplicações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Laravel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Back-offices administrativos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para gerenciar dados da aplicação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Ferramentas internas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usadas por equipes ou organizações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CMS ou sistemas de gestão de conteúdo</a:t>
            </a:r>
            <a:br>
              <a:rPr b="1" lang="pt-BR" sz="1100"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Dashboards e painéis de monitoramento</a:t>
            </a:r>
            <a:br>
              <a:rPr b="1" lang="pt-BR" sz="1100"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POCs (Proof of Concept)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para validar ideias rapidamente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MVPs (Minimum Viable Products)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onde velocidade de entrega é crítica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que usar Filament?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Construir painéis administrativos do zero raramente é o melhor uso de tempo de desenvolvimento.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Criar interfaces administrativas é repetitivo</a:t>
            </a:r>
            <a:br>
              <a:rPr b="1" lang="pt-BR" sz="1100">
                <a:latin typeface="Raleway"/>
                <a:ea typeface="Raleway"/>
                <a:cs typeface="Raleway"/>
                <a:sym typeface="Raleway"/>
              </a:rPr>
            </a:b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CRUDs, formulários, filtros, tabelas, permissões e dashboards aparecem em quase todo sistema.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Fazer um admin realmente bom exige investimento</a:t>
            </a:r>
            <a:br>
              <a:rPr b="1" lang="pt-BR" sz="1100">
                <a:latin typeface="Raleway"/>
                <a:ea typeface="Raleway"/>
                <a:cs typeface="Raleway"/>
                <a:sym typeface="Raleway"/>
              </a:rPr>
            </a:b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UX consistente, validações, estados, ações em massa e boas tabelas levam tempo para implementar.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Back-offices normalmente não geram receita direta</a:t>
            </a:r>
            <a:br>
              <a:rPr b="1" lang="pt-BR" sz="1100">
                <a:latin typeface="Raleway"/>
                <a:ea typeface="Raleway"/>
                <a:cs typeface="Raleway"/>
                <a:sym typeface="Raleway"/>
              </a:rPr>
            </a:b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São ferramentas internas, então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todo esforço de desenvolvimento vira custo.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pulo do gato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O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Filament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pode ser usado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mesmo quando a aplicação principal não é feita em Laravel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.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lphaLcPeriod"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O painel administrativo pode rodar em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uma aplicação Laravel separada</a:t>
            </a:r>
            <a:br>
              <a:rPr b="1" lang="pt-BR" sz="1100"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lphaLcPeriod"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Conectando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ao mesmo banco de dados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da aplicação principal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lphaLcPeriod"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Permitindo criar um admin completo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sem alterar o stack principal</a:t>
            </a:r>
            <a:br>
              <a:rPr b="1" lang="pt-BR" sz="1100"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O painel é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desacoplado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e pode ser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substituído no futuro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Resources: 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Representam modelos da aplicação definem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CRUDs completo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(listagem, criação, edição).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Forms: 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Definição declarativa de formulários, validação e componentes prontos.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Tables: 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Listagens com busca, filtros, paginação e ações.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Pages: 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Páginas customizadas do painel.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Widgets: 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Componentes para dashboards e métricas.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O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Filament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possui um ecossistema próprio, mas também se beneficia de tudo que já existe no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Laravel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Ecossistema Filament: 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plugins para funcionalidades adicionais, temas e componentes de interface, extensões para dashboards, permissões, mídia, etc.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Ecossistema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 Laravel: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Envio de e-mails, sistema de filas (queues),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notificações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jobs agendados (scheduler), etc.</a:t>
            </a:r>
            <a:br>
              <a:rPr lang="pt-BR" sz="1100">
                <a:latin typeface="Raleway"/>
                <a:ea typeface="Raleway"/>
                <a:cs typeface="Raleway"/>
                <a:sym typeface="Raleway"/>
              </a:rPr>
            </a:b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O </a:t>
            </a:r>
            <a:r>
              <a:rPr b="1" lang="pt-BR" sz="1100">
                <a:latin typeface="Raleway"/>
                <a:ea typeface="Raleway"/>
                <a:cs typeface="Raleway"/>
                <a:sym typeface="Raleway"/>
              </a:rPr>
              <a:t>Filament</a:t>
            </a:r>
            <a:r>
              <a:rPr lang="pt-BR" sz="1100">
                <a:latin typeface="Raleway"/>
                <a:ea typeface="Raleway"/>
                <a:cs typeface="Raleway"/>
                <a:sym typeface="Raleway"/>
              </a:rPr>
              <a:t> possui diversos plugins e extensões que resolvem problemas comuns em painéis administrativos.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lang="pt-BR" sz="11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https://filamentphp.com/plugins/redfield-blackbox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lang="pt-BR" sz="11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https://filamentphp.com/plugins/pxlrbt-spotlight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Raleway"/>
              <a:buChar char="●"/>
            </a:pPr>
            <a:r>
              <a:rPr lang="pt-BR" sz="11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https://filamentphp.com/plugins/relaticle-flowforge</a:t>
            </a:r>
            <a:endParaRPr sz="11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9" name="Google Shape;109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Ecossistema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